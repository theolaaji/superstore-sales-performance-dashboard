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1E81-D562-4E40-A733-4854170B76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01E-5CB1-477C-B098-893082C263B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52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1E81-D562-4E40-A733-4854170B76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01E-5CB1-477C-B098-893082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72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1E81-D562-4E40-A733-4854170B76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01E-5CB1-477C-B098-893082C263B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739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1E81-D562-4E40-A733-4854170B76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01E-5CB1-477C-B098-893082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1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1E81-D562-4E40-A733-4854170B76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01E-5CB1-477C-B098-893082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76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1E81-D562-4E40-A733-4854170B76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01E-5CB1-477C-B098-893082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0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1E81-D562-4E40-A733-4854170B76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01E-5CB1-477C-B098-893082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5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831E81-D562-4E40-A733-4854170B76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E4B01E-5CB1-477C-B098-893082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4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1E81-D562-4E40-A733-4854170B76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01E-5CB1-477C-B098-893082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98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1E81-D562-4E40-A733-4854170B76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01E-5CB1-477C-B098-893082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6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31E81-D562-4E40-A733-4854170B76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01E-5CB1-477C-B098-893082C2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88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1831E81-D562-4E40-A733-4854170B7656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2E4B01E-5CB1-477C-B098-893082C263B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90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040DA-D137-77A9-6B2F-84EC83E66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1643428"/>
          </a:xfrm>
        </p:spPr>
        <p:txBody>
          <a:bodyPr>
            <a:noAutofit/>
          </a:bodyPr>
          <a:lstStyle/>
          <a:p>
            <a:pPr algn="ctr"/>
            <a:r>
              <a:rPr lang="en-US" sz="6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Superstore Sales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AFDC1-F7BD-221C-AE52-E15A63A0B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414" y="2688336"/>
            <a:ext cx="10061171" cy="3102308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Visualization &amp; Dashboarding Project</a:t>
            </a:r>
          </a:p>
          <a:p>
            <a:pPr algn="ctr"/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Prepared by: Odeh Olakunle Joshua</a:t>
            </a:r>
          </a:p>
          <a:p>
            <a:pPr algn="ctr"/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Tool: Microsoft Power BI</a:t>
            </a:r>
          </a:p>
          <a:p>
            <a:pPr algn="ctr"/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Dataset: Sample Superstore Dataset</a:t>
            </a:r>
          </a:p>
        </p:txBody>
      </p:sp>
    </p:spTree>
    <p:extLst>
      <p:ext uri="{BB962C8B-B14F-4D97-AF65-F5344CB8AC3E}">
        <p14:creationId xmlns:p14="http://schemas.microsoft.com/office/powerpoint/2010/main" val="93635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BF480-0EB3-3554-4224-AFCB5D947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77844-777F-50F8-5BDE-DC0AB5151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Sample Superstore dataset contains transactional sales records from a retail business in the United States. It includes information on customers, products, orders, sales, profit, quantity, discounts, and regions.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objective of this project was to analyze business performance and build an interactive dashboard that communicates key business insights effectively.</a:t>
            </a:r>
          </a:p>
        </p:txBody>
      </p:sp>
    </p:spTree>
    <p:extLst>
      <p:ext uri="{BB962C8B-B14F-4D97-AF65-F5344CB8AC3E}">
        <p14:creationId xmlns:p14="http://schemas.microsoft.com/office/powerpoint/2010/main" val="4045452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665AF-A087-849B-1943-6A997E6E3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Problem &amp;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F53BB-90B0-99FC-D96C-05EC763B3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Problem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The business requires an interactive dashboard to monitor sales performance, profitability, customer orders, and product performance across different regions and categories.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Performance Indicators (KPIs)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Total Sales</a:t>
            </a: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Total Profit</a:t>
            </a: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Total Orders</a:t>
            </a: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Total Quantity Sold</a:t>
            </a: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Profit Margin (%)</a:t>
            </a:r>
          </a:p>
        </p:txBody>
      </p:sp>
    </p:spTree>
    <p:extLst>
      <p:ext uri="{BB962C8B-B14F-4D97-AF65-F5344CB8AC3E}">
        <p14:creationId xmlns:p14="http://schemas.microsoft.com/office/powerpoint/2010/main" val="2459623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7E96-7CD6-9851-2ED6-4382CC71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662" y="163285"/>
            <a:ext cx="10058400" cy="97278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Interactive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BDB7E-345F-7F9B-9439-E25143E77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662" y="2152073"/>
            <a:ext cx="10058400" cy="5116945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Interactive Power BI dashboard showing key business metrics, regional performance, sales trends, product categories, profitability, and dynamic filtering capabilities.</a:t>
            </a:r>
          </a:p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26CD3-270F-5DB1-00FD-AE583835E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62" y="1199524"/>
            <a:ext cx="10514676" cy="438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14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75B0D-EC72-3D05-F5A1-EDCF9FBA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4DCAA-33BC-65AE-9E18-2679CA22A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21225"/>
            <a:ext cx="10058400" cy="4023360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Sales performance varies across different regions.</a:t>
            </a: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Sales trends reveal changes in business performance over time.</a:t>
            </a: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Product categories contribute differently to total quantity sold.</a:t>
            </a: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Some sub-categories generate significantly higher profits than others.</a:t>
            </a: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Interactive filters enable deeper analysis by region, category, segment, and order date.</a:t>
            </a:r>
          </a:p>
        </p:txBody>
      </p:sp>
    </p:spTree>
    <p:extLst>
      <p:ext uri="{BB962C8B-B14F-4D97-AF65-F5344CB8AC3E}">
        <p14:creationId xmlns:p14="http://schemas.microsoft.com/office/powerpoint/2010/main" val="874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AFA4-3E18-C431-0B48-1A9BB7288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167DD-CD7D-5D72-84D5-09F1456A9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Focus on expanding sales in high-performing regions.</a:t>
            </a: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Review underperforming sub-categories to improve profitability.</a:t>
            </a: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Optimize inventory for high-demand product categories.</a:t>
            </a: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Use dashboard insights to support data-driven business decisions.</a:t>
            </a:r>
          </a:p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 Monitor performance regularly using interactive filters.</a:t>
            </a:r>
          </a:p>
        </p:txBody>
      </p:sp>
    </p:spTree>
    <p:extLst>
      <p:ext uri="{BB962C8B-B14F-4D97-AF65-F5344CB8AC3E}">
        <p14:creationId xmlns:p14="http://schemas.microsoft.com/office/powerpoint/2010/main" val="242035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2C5DD-2B39-8D37-DB4E-1E5FBDBA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Conclusion &amp; 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5BE24-BCBB-411F-3712-B9C846F2B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This project strengthened my ability to build interactive dashboards using Microsoft Power BI. I learned how to transform raw business data into meaningful visual insights through KPI development, data visualization, drill-down analysis, and interactive reporting to support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99690574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150</TotalTime>
  <Words>318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Segoe UI Semibold</vt:lpstr>
      <vt:lpstr>Retrospect</vt:lpstr>
      <vt:lpstr>Superstore Sales Performance Dashboard</vt:lpstr>
      <vt:lpstr>Dataset Overview</vt:lpstr>
      <vt:lpstr>Business Problem &amp; KPIs</vt:lpstr>
      <vt:lpstr>Interactive Dashboard</vt:lpstr>
      <vt:lpstr>Key Insights</vt:lpstr>
      <vt:lpstr>Recommendations</vt:lpstr>
      <vt:lpstr>Conclusion &amp; Learning 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Ola-Aji Odeh</dc:creator>
  <cp:lastModifiedBy>Ola-Aji Odeh</cp:lastModifiedBy>
  <cp:revision>1</cp:revision>
  <dcterms:created xsi:type="dcterms:W3CDTF">2026-06-28T19:46:50Z</dcterms:created>
  <dcterms:modified xsi:type="dcterms:W3CDTF">2026-06-28T22:17:43Z</dcterms:modified>
</cp:coreProperties>
</file>